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o tema e explicar que a aula vai focar em trocas simples que reduzem calorias e aumentam nutrientes.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Comparar visualmente as duas versões e reforçar a ideia de que pequenas mudanças trazem grande diferença calórica.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que o açaí é saudável quando consumido sem xaropes ou chocolate, e que frutas dão textura e sabor sem calorias extras.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Enfatizar que a troca de bebidas pode ser tão eficaz quanto a mudança de alimentos; convidar os alunos a seguir a referência para motivação contínua.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28700"/>
            <a:ext cx="38520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2257400"/>
            <a:ext cx="3852000" cy="4240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O vídeo mostra como substituir alimentos ricos em calorias vazias por opções mais saudáveis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Objetivo: melhorar a alimentação sem abrir mão do sabor</a:t>
            </a:r>
          </a:p>
        </p:txBody>
      </p:sp>
      <p:pic>
        <p:nvPicPr>
          <p:cNvPr id="5" name="Picture 4" descr="frame_0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187" y="0"/>
            <a:ext cx="385762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28700"/>
            <a:ext cx="38520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Trocas Inteligentes – Milho e Queijo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2257400"/>
            <a:ext cx="3852000" cy="4240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Milho com manteiga → Milho sem manteiga (80 kcal por porção)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Queijo coalho com melaço → Queijo coalho puro (fonte de proteína)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Destaque: manter a saciedade com menos açúcar e gordura</a:t>
            </a:r>
          </a:p>
        </p:txBody>
      </p:sp>
      <p:pic>
        <p:nvPicPr>
          <p:cNvPr id="5" name="Picture 4" descr="frame_0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187" y="0"/>
            <a:ext cx="385762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28700"/>
            <a:ext cx="38520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Açaí e Snacks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2257400"/>
            <a:ext cx="3852000" cy="4240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Açaí puro (300 ml) + morangos ou paçoquinha → Fonte de gorduras boas e antioxidantes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Evitar M&amp;M’s, sucrilhos e demais doces adicionados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Sugestão de topping: granola sem açúcar ou frutas frescas</a:t>
            </a:r>
          </a:p>
        </p:txBody>
      </p:sp>
      <p:pic>
        <p:nvPicPr>
          <p:cNvPr id="5" name="Picture 4" descr="frame_0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187" y="0"/>
            <a:ext cx="385762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28700"/>
            <a:ext cx="38520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Bebidas Alcoólicas e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2257400"/>
            <a:ext cx="3852000" cy="4240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Cerveja tradicional → Amistel Ultra (baixo teor calórico e sem álcool)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Benefícios: hidratação, menos “pochete” e manutenção do shape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Encerramento: seguir o perfil @Bruna7 para dicas de forma simples e sem frescura</a:t>
            </a:r>
          </a:p>
        </p:txBody>
      </p:sp>
      <p:pic>
        <p:nvPicPr>
          <p:cNvPr id="5" name="Picture 4" descr="frame_0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187" y="0"/>
            <a:ext cx="385762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