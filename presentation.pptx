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o tema do vídeo e despertar a curiosidade dos alunos sobre a importância de assistir a todos os jogos da Copa.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cada pessoa tem preferências diferentes e que as listas podem afastar o público de vivenciar momentos inesperados.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Enfatizar que cada partida tem seu valor emocional e histórico, usando o exemplo pessoal do narrador para ilustrar.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Destacar como assistir ao vivo cria memórias marcantes e fortalece laços sociais.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Encerrar motivando os alunos a assistir a todas as partidas, reforçando a ideia de que cada jogo tem algo a oferecer.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28700"/>
            <a:ext cx="38520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FFFFFF"/>
                </a:solidFill>
              </a:rPr>
              <a:t>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2257400"/>
            <a:ext cx="3852000" cy="424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Contextualização da lista de jogos recomendados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Crítica ao conselho "descanse e aproveite a vida"</a:t>
            </a:r>
          </a:p>
        </p:txBody>
      </p:sp>
      <p:pic>
        <p:nvPicPr>
          <p:cNvPr id="5" name="Picture 4" descr="frame_0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87" y="0"/>
            <a:ext cx="38576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28700"/>
            <a:ext cx="38520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FFFFFF"/>
                </a:solidFill>
              </a:rPr>
              <a:t>Por que não seguir listas de "melhores" jogos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2257400"/>
            <a:ext cx="3852000" cy="424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Listas limitam a experiência de torcer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O valor subjetivo de cada partida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Risco de perder momentos únicos</a:t>
            </a:r>
          </a:p>
        </p:txBody>
      </p:sp>
      <p:pic>
        <p:nvPicPr>
          <p:cNvPr id="5" name="Picture 4" descr="frame_0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87" y="0"/>
            <a:ext cx="38576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28700"/>
            <a:ext cx="38520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FFFFFF"/>
                </a:solidFill>
              </a:rPr>
              <a:t>Todos os jogos valem a pena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2257400"/>
            <a:ext cx="3852000" cy="424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A Copa acontece a cada 4 anos – oportunidade rara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Jogadores dão vida ao campo, independentemente da técnica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Exemplos citados: Coreia do Sul vs. Tcheca, gol do BTS</a:t>
            </a:r>
          </a:p>
        </p:txBody>
      </p:sp>
      <p:pic>
        <p:nvPicPr>
          <p:cNvPr id="5" name="Picture 4" descr="frame_0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87" y="0"/>
            <a:ext cx="38576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28700"/>
            <a:ext cx="38520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FFFFFF"/>
                </a:solidFill>
              </a:rPr>
              <a:t>Impacto emocional dos jogos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2257400"/>
            <a:ext cx="3852000" cy="424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Conexão com milhões de torcedores simultaneamente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Momento inesperado: vibração coletiva às 4h da manhã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Sentimento de comunidade global</a:t>
            </a:r>
          </a:p>
        </p:txBody>
      </p:sp>
      <p:pic>
        <p:nvPicPr>
          <p:cNvPr id="5" name="Picture 4" descr="frame_0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87" y="0"/>
            <a:ext cx="38576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28700"/>
            <a:ext cx="38520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FFFFFF"/>
                </a:solidFill>
              </a:rPr>
              <a:t>Convite à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2257400"/>
            <a:ext cx="3852000" cy="424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Assista a todos os jogos da fase de grupos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Desfrute da diversidade de estilos e histórias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Valorize cada minuto da competição</a:t>
            </a:r>
          </a:p>
        </p:txBody>
      </p:sp>
      <p:pic>
        <p:nvPicPr>
          <p:cNvPr id="5" name="Picture 4" descr="frame_0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87" y="0"/>
            <a:ext cx="385762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